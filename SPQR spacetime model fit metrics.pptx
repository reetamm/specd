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C4CED-7251-4FE6-AFFA-1750A2F7719E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69AB8-F288-4553-934E-D3EAF4A36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54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69AB8-F288-4553-934E-D3EAF4A36F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73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C804-5900-142D-4E9F-CF3CEDC56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D09DB-8AA4-6181-3A10-FF2837548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AEA40-5724-1074-9182-8214720A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49E32-6EFE-9433-CFEE-0E212651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68602-492E-B7E4-0085-8E431C91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8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FB6A-58E2-9A9B-7991-6F87FDB8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69EC8-EBC7-AB3A-9795-6B5CDDD0D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11866-C6C5-73E3-C83D-9F5830BE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A34BA-88B4-DCD7-4846-42B603C5B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489F2-31FA-F6AE-287D-FD25CEEF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2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87F-B19F-A00A-CC77-4C449FC3B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DACA8-2102-6ECA-A449-893AB2B9F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3C3AA-6B98-B9E6-1FFF-8563C5C3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F9537-3C86-77DE-E63C-0336046C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A5EF-59ED-9966-0BDA-286CFD04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7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8E65B-3841-9CA1-1FEA-C0A7C1A2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90E2-FD0D-429C-7691-BD31B1A69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22371-7F84-F6A2-C0CD-DA0C99AF2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4EFD2-04C7-7463-0E21-BF1AE869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925D5-4DDC-1D07-B5DE-194ECF3A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C0E05-F8A6-B0C1-A695-C2F700F5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09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D2ED-9992-EF65-5923-B2CE988E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D9BE9-FF7E-2ED6-6E44-66ABE53B1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69A62-FB93-1A5C-B173-31D9F2845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67D65-51B6-7B1C-D432-D40906672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2F0BC-BCFA-790C-A961-588CCB2D4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E1705-75A8-19D4-2BDA-9270344C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5F629-97C7-2E6E-6D77-1009F3F1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458793-0E34-C94E-A6E1-57310A0C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4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76C0-D596-11BE-6144-AB543511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FEF26-F503-2824-9C12-972D682D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1EE05-6B6D-8416-8D29-8C464AE78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C7ABB-44D5-4C9A-5C05-8DF18101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5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66356-1BE4-E66A-5107-4DBED9826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34B72-DDF1-D4CE-997B-4651A82D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D8892-FA7D-61CA-8C22-D1164698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8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8E46-588C-25DB-8E22-CA81771A2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CA780-3341-0E66-D1F1-80CF2A0E7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E40AB-88A9-4E0F-C636-86EF6177F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C866F-78CE-4F8A-BDA2-F95C06203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B2E91-DD93-32B4-C3D6-B540FEE11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D7917-D261-C0BD-0505-E0A9B43A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3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8744-04F8-56DD-BC91-51E008519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9376B-7557-F8CA-56A8-3471452BA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863D0-5387-B7BC-DF81-2863E2003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DB073-7E37-E3A9-2D88-C616EDDA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8E56B-1A68-60EC-7BE0-F07E671B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EC85B-B608-46CB-0732-0FEA350F9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7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9538-F48D-03E0-49F1-2F051730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F430B-E624-2900-E447-5CBE2E6AF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3918-68F2-9B1F-9FBF-71502867B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62A65-C81C-2FDD-CF60-B799237A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3DDEB-58ED-AFBA-56B4-75DE3FC4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4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2755F-0317-D03D-5877-F72D77D9E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5D51F-1095-A171-93EA-42E40979B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A3DC8-ADFB-61F0-CC85-52C36BBD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D6AC8-42BC-3612-4171-3B263926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718B0-9131-468F-5B2E-90694726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1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5AC98-ECFC-CEA6-31DE-5CCEFEE6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D84AF-68D5-B595-6D1F-3C27D0295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4FB35-885B-FB10-6664-F851318D6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D7C7B-0749-4755-8D1D-A04F24AF833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3F7E5-88F6-EA11-500E-6663E7E2E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89D3B-1BE5-6CD0-F2EB-EF30F2BF1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43ACC-66C4-44BC-A1C4-BE20BEAF2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51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04F7-83EE-F989-F2AB-CD5C5D677E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SPQR spacetime model fit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03AB2-068C-E05F-CC15-01E5019C89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9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77F0-4934-0B2A-8D31-8298F6A0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Locations</a:t>
            </a:r>
          </a:p>
        </p:txBody>
      </p:sp>
      <p:pic>
        <p:nvPicPr>
          <p:cNvPr id="6" name="Content Placeholder 5" descr="A map of the state of maine&#10;&#10;Description automatically generated">
            <a:extLst>
              <a:ext uri="{FF2B5EF4-FFF2-40B4-BE49-F238E27FC236}">
                <a16:creationId xmlns:a16="http://schemas.microsoft.com/office/drawing/2014/main" id="{436CFA64-67E6-912D-67BD-7E60EE675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653" y="1690688"/>
            <a:ext cx="3657453" cy="3657453"/>
          </a:xfrm>
        </p:spPr>
      </p:pic>
      <p:pic>
        <p:nvPicPr>
          <p:cNvPr id="8" name="Picture 7" descr="A map of the state of arizona&#10;&#10;Description automatically generated">
            <a:extLst>
              <a:ext uri="{FF2B5EF4-FFF2-40B4-BE49-F238E27FC236}">
                <a16:creationId xmlns:a16="http://schemas.microsoft.com/office/drawing/2014/main" id="{9136EAD7-089C-D772-E847-898C6038A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657453" cy="36574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AA8B21-73CE-1394-7DBE-8C50B69D523B}"/>
              </a:ext>
            </a:extLst>
          </p:cNvPr>
          <p:cNvSpPr txBox="1"/>
          <p:nvPr/>
        </p:nvSpPr>
        <p:spPr>
          <a:xfrm>
            <a:off x="8589818" y="1690688"/>
            <a:ext cx="30572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I’m calling them SW and SE, though that is not entirely correct.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Distances between grid points are somewhere in the range of 1-6 degrees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34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343B-FB30-AFAE-36D4-C86FDE02C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Wasserstein distance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687C75-CC42-02B3-AB5B-F311154231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9328496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97106658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2706675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95765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Southwest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Southeast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181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0.304 (0.035)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0.139 (0.03)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075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Prcp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0.027 (0.009)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0.052 (0.007)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7811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95F9C7-C332-F07A-57C0-505AD8969625}"/>
              </a:ext>
            </a:extLst>
          </p:cNvPr>
          <p:cNvSpPr txBox="1"/>
          <p:nvPr/>
        </p:nvSpPr>
        <p:spPr>
          <a:xfrm>
            <a:off x="838200" y="3172968"/>
            <a:ext cx="105155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(SD) of Wasserstein distance across the 25 locations in each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value is computed based on all 12 months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Values at individual grid cells on next slide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 measure – RMSE of cross-correlations: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SW: 0.0002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SE:  0.0001</a:t>
            </a:r>
          </a:p>
        </p:txBody>
      </p:sp>
    </p:spTree>
    <p:extLst>
      <p:ext uri="{BB962C8B-B14F-4D97-AF65-F5344CB8AC3E}">
        <p14:creationId xmlns:p14="http://schemas.microsoft.com/office/powerpoint/2010/main" val="344117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9A1F3E3F-0512-1072-BB2C-B0874F507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359" y="371756"/>
            <a:ext cx="3243122" cy="3243122"/>
          </a:xfrm>
        </p:spPr>
      </p:pic>
      <p:pic>
        <p:nvPicPr>
          <p:cNvPr id="7" name="Picture 6" descr="A graph with numbers and a number of blue squares&#10;&#10;Description automatically generated with medium confidence">
            <a:extLst>
              <a:ext uri="{FF2B5EF4-FFF2-40B4-BE49-F238E27FC236}">
                <a16:creationId xmlns:a16="http://schemas.microsoft.com/office/drawing/2014/main" id="{3093F201-0056-5710-8F87-5AFDB1511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490" y="371756"/>
            <a:ext cx="3243122" cy="3243122"/>
          </a:xfrm>
          <a:prstGeom prst="rect">
            <a:avLst/>
          </a:prstGeom>
        </p:spPr>
      </p:pic>
      <p:pic>
        <p:nvPicPr>
          <p:cNvPr id="9" name="Picture 8" descr="A graph of blue squares&#10;&#10;Description automatically generated">
            <a:extLst>
              <a:ext uri="{FF2B5EF4-FFF2-40B4-BE49-F238E27FC236}">
                <a16:creationId xmlns:a16="http://schemas.microsoft.com/office/drawing/2014/main" id="{CF82A18D-2FB2-F704-E504-F7C5D9B5F3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359" y="3614878"/>
            <a:ext cx="3243122" cy="3243122"/>
          </a:xfrm>
          <a:prstGeom prst="rect">
            <a:avLst/>
          </a:prstGeom>
        </p:spPr>
      </p:pic>
      <p:pic>
        <p:nvPicPr>
          <p:cNvPr id="11" name="Picture 10" descr="A blue squares with white text&#10;&#10;Description automatically generated">
            <a:extLst>
              <a:ext uri="{FF2B5EF4-FFF2-40B4-BE49-F238E27FC236}">
                <a16:creationId xmlns:a16="http://schemas.microsoft.com/office/drawing/2014/main" id="{295401B0-29F0-00E9-6118-928FB62846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490" y="3614878"/>
            <a:ext cx="3243122" cy="324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4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CB26D689-D15A-3E62-B899-B7BF4782C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7426" cy="3433713"/>
          </a:xfrm>
        </p:spPr>
      </p:pic>
      <p:pic>
        <p:nvPicPr>
          <p:cNvPr id="7" name="Picture 6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AD46CEEB-E585-C5E3-5318-6C7B05B4E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4287"/>
            <a:ext cx="6867426" cy="3433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8777F6-35F3-4231-F15C-C55CA78BBE06}"/>
              </a:ext>
            </a:extLst>
          </p:cNvPr>
          <p:cNvSpPr txBox="1"/>
          <p:nvPr/>
        </p:nvSpPr>
        <p:spPr>
          <a:xfrm>
            <a:off x="6994689" y="452487"/>
            <a:ext cx="4703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Autocorrelations at each grid cell and each month (25 x 12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 on top, SE in the bottom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 has less variability, but low </a:t>
            </a:r>
            <a:r>
              <a:rPr lang="en-US" dirty="0" err="1"/>
              <a:t>prcp</a:t>
            </a:r>
            <a:r>
              <a:rPr lang="en-US" dirty="0"/>
              <a:t> has more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don’t have the autocorrelations for the GCM data saved, but I can overlay those</a:t>
            </a:r>
          </a:p>
        </p:txBody>
      </p:sp>
    </p:spTree>
    <p:extLst>
      <p:ext uri="{BB962C8B-B14F-4D97-AF65-F5344CB8AC3E}">
        <p14:creationId xmlns:p14="http://schemas.microsoft.com/office/powerpoint/2010/main" val="2128095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2414-7578-6490-7B54-EA2B864E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omparison of graphs with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60C45E20-0A78-FC7F-9143-BD1B48EED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6"/>
            <a:ext cx="6853287" cy="3426644"/>
          </a:xfrm>
        </p:spPr>
      </p:pic>
      <p:pic>
        <p:nvPicPr>
          <p:cNvPr id="7" name="Picture 6" descr="A comparison of graphs with numbers&#10;&#10;Description automatically generated with medium confidence">
            <a:extLst>
              <a:ext uri="{FF2B5EF4-FFF2-40B4-BE49-F238E27FC236}">
                <a16:creationId xmlns:a16="http://schemas.microsoft.com/office/drawing/2014/main" id="{83C047D1-322A-B26D-D4F0-52148DFA1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6858000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F0C724-70FD-C1C8-A945-C9E86379F28E}"/>
              </a:ext>
            </a:extLst>
          </p:cNvPr>
          <p:cNvSpPr txBox="1"/>
          <p:nvPr/>
        </p:nvSpPr>
        <p:spPr>
          <a:xfrm>
            <a:off x="6994689" y="452487"/>
            <a:ext cx="4703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Spatial correlations at each grid cell pair and each month (300 x 12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 on top, SE in the bottom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GCM spatial correlations overlaid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 has less variability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values have more variability in all plots</a:t>
            </a:r>
          </a:p>
        </p:txBody>
      </p:sp>
    </p:spTree>
    <p:extLst>
      <p:ext uri="{BB962C8B-B14F-4D97-AF65-F5344CB8AC3E}">
        <p14:creationId xmlns:p14="http://schemas.microsoft.com/office/powerpoint/2010/main" val="176861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24F6-323F-FFFD-89A3-22ACF311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44349505-40DC-CE58-5F7E-0D8BE34E3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3284" cy="3426642"/>
          </a:xfrm>
        </p:spPr>
      </p:pic>
      <p:pic>
        <p:nvPicPr>
          <p:cNvPr id="7" name="Picture 6" descr="A comparison of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9EDC3375-E55F-C70F-6715-4D271E528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6642"/>
            <a:ext cx="6862713" cy="34313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7E2CF7-CFFE-C57C-3925-6E1DA6F45418}"/>
              </a:ext>
            </a:extLst>
          </p:cNvPr>
          <p:cNvSpPr txBox="1"/>
          <p:nvPr/>
        </p:nvSpPr>
        <p:spPr>
          <a:xfrm>
            <a:off x="6994689" y="452487"/>
            <a:ext cx="47039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Exceedance probabilities at each grid cell and each month (25 x 12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 on top, SE in the bottom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True value always 0.10 in this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 interpretation: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GCM data </a:t>
            </a:r>
            <a:r>
              <a:rPr lang="en-US"/>
              <a:t>for SW has </a:t>
            </a:r>
            <a:r>
              <a:rPr lang="en-US" dirty="0"/>
              <a:t>very thin upper tails (x-axis)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 also, but better than SW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Ranges seem roughly the same after calibration (y-axis)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Prcp</a:t>
            </a:r>
            <a:r>
              <a:rPr lang="en-US" dirty="0"/>
              <a:t> interpretation: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 had a LOT more variability in its upper tail mass than SE (values ~0.30)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SE, GCM actually lines up decently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After calibration, both SE and SW have similar ranges (except some SW outliers)</a:t>
            </a:r>
          </a:p>
        </p:txBody>
      </p:sp>
    </p:spTree>
    <p:extLst>
      <p:ext uri="{BB962C8B-B14F-4D97-AF65-F5344CB8AC3E}">
        <p14:creationId xmlns:p14="http://schemas.microsoft.com/office/powerpoint/2010/main" val="1947249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297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SPQR spacetime model fit metrics</vt:lpstr>
      <vt:lpstr>Locations</vt:lpstr>
      <vt:lpstr>Wasserstein distance</vt:lpstr>
      <vt:lpstr>PowerPoint Presentation</vt:lpstr>
      <vt:lpstr>PowerPoint Presentation</vt:lpstr>
      <vt:lpstr>PowerPoint Presentation</vt:lpstr>
      <vt:lpstr>PowerPoint Presentation</vt:lpstr>
    </vt:vector>
  </TitlesOfParts>
  <Company>CALS CAAT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Reetam Majumder</dc:creator>
  <cp:lastModifiedBy>Reetam Majumder</cp:lastModifiedBy>
  <cp:revision>3</cp:revision>
  <dcterms:created xsi:type="dcterms:W3CDTF">2024-06-18T15:51:51Z</dcterms:created>
  <dcterms:modified xsi:type="dcterms:W3CDTF">2024-06-18T17:58:15Z</dcterms:modified>
</cp:coreProperties>
</file>